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69309"/>
              </p:ext>
            </p:extLst>
          </p:nvPr>
        </p:nvGraphicFramePr>
        <p:xfrm>
          <a:off x="8267307" y="4898509"/>
          <a:ext cx="222123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123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Ashritha – 2420030005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Sreeja – 2420030003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Anirudh – 2420030152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58401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Dr.Prathusha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9/22/2026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Insurance Cost Predictor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Opaque Pricing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Medical insurance premiums depend on many interacting personal factors (age, BMI, smoking status, region, dependents), but insurers never disclose the exact pricing formula to customers.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No Pre-Enrollment Estimate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Most comparison tools require full personal and policy details before returning any number, so individuals cannot get a quick, no-commitment estimate.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Weak Financial Planning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Without an early cost estimate, people struggle to budget for healthcare or compare plans meaningfully before they apply.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Core Problem Statement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Design and build a regression-based machine learning system that predicts an individual's annual medical insurance cost from a small set of easily available demographic and lifestyle attributes, giving users an instant, transparent estimate before they commit to a policy.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Data Preparation — </a:t>
            </a:r>
            <a:r>
              <a:rPr sz="1700" b="0">
                <a:solidFill>
                  <a:srgbClr val="1A1A1A"/>
                </a:solidFill>
                <a:latin typeface="Times New Roman"/>
              </a:rPr>
              <a:t>Clean and preprocess a structured medical insurance dataset (age, sex, BMI, children, smoker, region, charges), handling categorical encoding and outliers.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Feature Analysis — </a:t>
            </a:r>
            <a:r>
              <a:rPr sz="1700" b="0">
                <a:solidFill>
                  <a:srgbClr val="1A1A1A"/>
                </a:solidFill>
                <a:latin typeface="Times New Roman"/>
              </a:rPr>
              <a:t>Identify which attributes most strongly influence cost — such as smoking status and BMI — through exploratory data analysis and feature-importance studies.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Model Development — </a:t>
            </a:r>
            <a:r>
              <a:rPr sz="1700" b="0">
                <a:solidFill>
                  <a:srgbClr val="1A1A1A"/>
                </a:solidFill>
                <a:latin typeface="Times New Roman"/>
              </a:rPr>
              <a:t>Train and compare multiple regression algorithms (Linear Regression, Random Forest, Gradient Boosting/XGBoost) to find the best-performing predictor.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Model Evaluation — </a:t>
            </a:r>
            <a:r>
              <a:rPr sz="1700" b="0">
                <a:solidFill>
                  <a:srgbClr val="1A1A1A"/>
                </a:solidFill>
                <a:latin typeface="Times New Roman"/>
              </a:rPr>
              <a:t>Benchmark all candidate models using RMSE, MAE, and R² to select the most accurate and generalizable one.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Usable Output — </a:t>
            </a:r>
            <a:r>
              <a:rPr sz="1700" b="0">
                <a:solidFill>
                  <a:srgbClr val="1A1A1A"/>
                </a:solidFill>
                <a:latin typeface="Times New Roman"/>
              </a:rPr>
              <a:t>Package the trained model behind a simple interface so a user can enter a few basic details and receive an instant cost estimate, with no domain expertise required.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000" b="0" i="0" u="none" kern="1200" dirty="0">
                          <a:solidFill>
                            <a:srgbClr val="1A1A1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Orji &amp; Ukwandu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>
                          <a:solidFill>
                            <a:srgbClr val="1A1A1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for an Explainable Cost Prediction of Medical Insurance, Machine Learning with Applications,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kern="1200" dirty="0">
                          <a:solidFill>
                            <a:srgbClr val="1A1A1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regressors — XGBoost, Gradient Boosting (GBM), Random Forest — combined with SHAP and ICE plots for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kern="1200" dirty="0">
                          <a:solidFill>
                            <a:srgbClr val="1A1A1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tree models predict cost accurately, and SHAP/ICE reveal which features (e.g., smoking, BMI) drive the prediction, adding 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1A1A1A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Explainability tools add computation overhead and were evaluated on a small (~986-record) dataset; generalizability to larger, real-world data is untested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Shen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Refining Medical Insurance Cost Predictions with Advanced Machine Learning Models, 2025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Comparative study of ensemble methods (XGBoost, Random Forest) against traditional regression on real-world cost data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Ensemble methods consistently outperform traditional linear regression, and highlight the key non-linear drivers of medical cost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Focus stays on accuracy improvement; the paper does not address how predictions are communicated to non-technical end users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Wang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Machine Learning Approaches for Medical Insurance Cost Prediction, ICIAAI, 2026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Linear Regression vs. Random Forest on the Kaggle Medical Cost Personal Dataset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Random Forest clearly outperforms Linear Regression (R² = 0.865), confirming non-linear relationships between attributes and cost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Times New Roman"/>
                        </a:rPr>
                        <a:t>Limited to two algorithms and one dataset; no lightweight, user-facing tool or explainability layer is proposed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Black-Box Quotes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Commercial insurer tools return a price with no explanation of which factors drove it, leaving users unable to act on the number they're given.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Heavy Data Requirements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Many existing systems need full underwriting-level data (medical history, exact policy details) before producing any estimate — impractical for early-stage planning.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Accuracy Over Explainability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Published ML approaches largely optimize prediction accuracy (R², RMSE) but rarely communicate which features matter to a non-technical end user.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Identified Gap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There is no lightweight, interpretable estimator that works off a handful of easily known attributes and clearly communicates both the predicted cost and its key drivers.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Minimal-Input Design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Predicts cost using only 5–6 easily available attributes (age, sex, BMI, children, smoker, region) instead of full underwriting data.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Explainability by Design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Surfaces the key cost-driving factors alongside the predicted number, rather than returning a single opaque figure.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Decision-Support Framing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Positioned explicitly as a planning estimate with clearly stated limits — not a substitute for an actual insurer quote — addressing a trust gap in existing tools.</a:t>
            </a:r>
          </a:p>
          <a:p>
            <a:pPr marL="228600" indent="-22860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C00000"/>
                </a:solidFill>
                <a:latin typeface="Times New Roman"/>
              </a:rPr>
              <a:t>Accessible Pipeline — </a:t>
            </a:r>
            <a:r>
              <a:rPr sz="1800" b="0">
                <a:solidFill>
                  <a:srgbClr val="1A1A1A"/>
                </a:solidFill>
                <a:latin typeface="Times New Roman"/>
              </a:rPr>
              <a:t>A simple, explainable Collect → Analyze → Train → Estimate pipeline that is easy to demo, extend, and re-train as new data or features become available.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965960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/>
              </a:rPr>
              <a:t>Feasibility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0744" y="233172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C00000"/>
                </a:solidFill>
                <a:latin typeface="Times New Roman"/>
              </a:rPr>
              <a:t>Data Feasibility — 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A clean, publicly available medical insurance cost dataset (1,300+ records, 7 features) removes data-collection risk.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C00000"/>
                </a:solidFill>
                <a:latin typeface="Times New Roman"/>
              </a:rPr>
              <a:t>Technical Feasibility — 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All planned algorithms (Linear Regression, Random Forest, Gradient Boosting) are well-established and implementable with standard Python ML libraries within the timeline.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C00000"/>
                </a:solidFill>
                <a:latin typeface="Times New Roman"/>
              </a:rPr>
              <a:t>Resource Feasibility — 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Training and evaluation are computationally light and run on a standard laptop — no specialized hardware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3886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Times New Roman"/>
              </a:rPr>
              <a:t>Project Timeline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80744" y="4279392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Weeks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Key Deliverable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Data Collection &amp;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Week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Cleaned, encoded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Exploratory Data Analysis &amp; Feature Study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Week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Feature-importance findings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Model Training &amp;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Week 4–5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Trained regression models (LR, RF, GBM)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Evaluation &amp; Model Selection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Week 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Best model + performance report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Interface Build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imes New Roman"/>
                        </a:rPr>
                        <a:t>Demo estimator + final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975</Words>
  <Application>Microsoft Office PowerPoint</Application>
  <PresentationFormat>Widescreen</PresentationFormat>
  <Paragraphs>106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Ashyy bruh</cp:lastModifiedBy>
  <cp:revision>35</cp:revision>
  <dcterms:created xsi:type="dcterms:W3CDTF">2026-08-08T06:33:56Z</dcterms:created>
  <dcterms:modified xsi:type="dcterms:W3CDTF">2026-09-22T04:52:55Z</dcterms:modified>
</cp:coreProperties>
</file>